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60A1B-C94A-F793-5FBB-484C0D080F82}" v="4" dt="2021-11-25T23:27:37.194"/>
    <p1510:client id="{5261E4EE-BF71-4618-A3F1-27A95EA6A08D}" v="145" dt="2021-11-25T01:46:32.809"/>
    <p1510:client id="{66BE2B29-8726-35D0-471A-FF5635B4518D}" v="96" dt="2021-11-28T01:12:18.119"/>
    <p1510:client id="{AC9FA3DA-9097-30CB-9AF4-8648337DFC5A}" v="129" dt="2021-11-27T19:03:56.497"/>
    <p1510:client id="{CD6FBB2B-F6F4-B417-EF2A-4FD4CA2CB042}" v="9" dt="2021-11-28T01:49:55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Machado Amaral" userId="S::2015907@aluno.univesp.br::189adbc0-d254-4a60-977e-2a1f2e78ab00" providerId="AD" clId="Web-{AC9FA3DA-9097-30CB-9AF4-8648337DFC5A}"/>
    <pc:docChg chg="modSld addMainMaster delMainMaster">
      <pc:chgData name="David Machado Amaral" userId="S::2015907@aluno.univesp.br::189adbc0-d254-4a60-977e-2a1f2e78ab00" providerId="AD" clId="Web-{AC9FA3DA-9097-30CB-9AF4-8648337DFC5A}" dt="2021-11-27T19:03:56.497" v="138" actId="20577"/>
      <pc:docMkLst>
        <pc:docMk/>
      </pc:docMkLst>
      <pc:sldChg chg="addSp modSp mod setBg modClrScheme chgLayout">
        <pc:chgData name="David Machado Amaral" userId="S::2015907@aluno.univesp.br::189adbc0-d254-4a60-977e-2a1f2e78ab00" providerId="AD" clId="Web-{AC9FA3DA-9097-30CB-9AF4-8648337DFC5A}" dt="2021-11-27T18:37:04.303" v="8"/>
        <pc:sldMkLst>
          <pc:docMk/>
          <pc:sldMk cId="2979223466" sldId="256"/>
        </pc:sldMkLst>
        <pc:spChg chg="mod ord">
          <ac:chgData name="David Machado Amaral" userId="S::2015907@aluno.univesp.br::189adbc0-d254-4a60-977e-2a1f2e78ab00" providerId="AD" clId="Web-{AC9FA3DA-9097-30CB-9AF4-8648337DFC5A}" dt="2021-11-27T18:37:04.303" v="8"/>
          <ac:spMkLst>
            <pc:docMk/>
            <pc:sldMk cId="2979223466" sldId="256"/>
            <ac:spMk id="2" creationId="{00000000-0000-0000-0000-000000000000}"/>
          </ac:spMkLst>
        </pc:spChg>
        <pc:spChg chg="mod ord">
          <ac:chgData name="David Machado Amaral" userId="S::2015907@aluno.univesp.br::189adbc0-d254-4a60-977e-2a1f2e78ab00" providerId="AD" clId="Web-{AC9FA3DA-9097-30CB-9AF4-8648337DFC5A}" dt="2021-11-27T18:37:04.303" v="8"/>
          <ac:spMkLst>
            <pc:docMk/>
            <pc:sldMk cId="2979223466" sldId="256"/>
            <ac:spMk id="3" creationId="{00000000-0000-0000-0000-000000000000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04.303" v="8"/>
          <ac:spMkLst>
            <pc:docMk/>
            <pc:sldMk cId="2979223466" sldId="256"/>
            <ac:spMk id="8" creationId="{E6A222EB-A81E-4238-B08D-AAB1828C8E0B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04.303" v="8"/>
          <ac:spMkLst>
            <pc:docMk/>
            <pc:sldMk cId="2979223466" sldId="256"/>
            <ac:spMk id="10" creationId="{E014676C-074B-475A-8346-9C901C86CB97}"/>
          </ac:spMkLst>
        </pc:spChg>
        <pc:cxnChg chg="add">
          <ac:chgData name="David Machado Amaral" userId="S::2015907@aluno.univesp.br::189adbc0-d254-4a60-977e-2a1f2e78ab00" providerId="AD" clId="Web-{AC9FA3DA-9097-30CB-9AF4-8648337DFC5A}" dt="2021-11-27T18:37:04.303" v="8"/>
          <ac:cxnSpMkLst>
            <pc:docMk/>
            <pc:sldMk cId="2979223466" sldId="256"/>
            <ac:cxnSpMk id="12" creationId="{179C4C8E-197B-4679-AE96-B5147F971C90}"/>
          </ac:cxnSpMkLst>
        </pc:cxnChg>
      </pc:sldChg>
      <pc:sldChg chg="addSp delSp modSp mod setBg modClrScheme setClrOvrMap chgLayout">
        <pc:chgData name="David Machado Amaral" userId="S::2015907@aluno.univesp.br::189adbc0-d254-4a60-977e-2a1f2e78ab00" providerId="AD" clId="Web-{AC9FA3DA-9097-30CB-9AF4-8648337DFC5A}" dt="2021-11-27T18:37:17.647" v="11"/>
        <pc:sldMkLst>
          <pc:docMk/>
          <pc:sldMk cId="1305912505" sldId="257"/>
        </pc:sldMkLst>
        <pc:spChg chg="mod ord">
          <ac:chgData name="David Machado Amaral" userId="S::2015907@aluno.univesp.br::189adbc0-d254-4a60-977e-2a1f2e78ab00" providerId="AD" clId="Web-{AC9FA3DA-9097-30CB-9AF4-8648337DFC5A}" dt="2021-11-27T18:37:17.647" v="11"/>
          <ac:spMkLst>
            <pc:docMk/>
            <pc:sldMk cId="1305912505" sldId="257"/>
            <ac:spMk id="2" creationId="{05DD2AEF-BF1A-433F-86AD-41F276836AFA}"/>
          </ac:spMkLst>
        </pc:spChg>
        <pc:spChg chg="mod ord">
          <ac:chgData name="David Machado Amaral" userId="S::2015907@aluno.univesp.br::189adbc0-d254-4a60-977e-2a1f2e78ab00" providerId="AD" clId="Web-{AC9FA3DA-9097-30CB-9AF4-8648337DFC5A}" dt="2021-11-27T18:37:17.647" v="11"/>
          <ac:spMkLst>
            <pc:docMk/>
            <pc:sldMk cId="1305912505" sldId="257"/>
            <ac:spMk id="3" creationId="{B224FD04-C040-4794-9900-1F2AF77D1ED1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17.647" v="11"/>
          <ac:spMkLst>
            <pc:docMk/>
            <pc:sldMk cId="1305912505" sldId="257"/>
            <ac:spMk id="5" creationId="{052BEFF1-896C-45B1-B02C-96A6A1BC389A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17.647" v="11"/>
          <ac:spMkLst>
            <pc:docMk/>
            <pc:sldMk cId="1305912505" sldId="257"/>
            <ac:spMk id="6" creationId="{BB237A14-61B1-4C00-A670-5D8D68A8668E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17.647" v="11"/>
          <ac:spMkLst>
            <pc:docMk/>
            <pc:sldMk cId="1305912505" sldId="257"/>
            <ac:spMk id="7" creationId="{8598F259-6F54-47A3-8D13-1603D786A328}"/>
          </ac:spMkLst>
        </pc:spChg>
        <pc:spChg chg="add del">
          <ac:chgData name="David Machado Amaral" userId="S::2015907@aluno.univesp.br::189adbc0-d254-4a60-977e-2a1f2e78ab00" providerId="AD" clId="Web-{AC9FA3DA-9097-30CB-9AF4-8648337DFC5A}" dt="2021-11-27T18:37:17.631" v="10"/>
          <ac:spMkLst>
            <pc:docMk/>
            <pc:sldMk cId="1305912505" sldId="257"/>
            <ac:spMk id="8" creationId="{923E8915-D2AA-4327-A45A-972C3CA9574B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17.647" v="11"/>
          <ac:spMkLst>
            <pc:docMk/>
            <pc:sldMk cId="1305912505" sldId="257"/>
            <ac:spMk id="9" creationId="{0BA768A8-4FED-4ED8-9E46-6BE72188ECD2}"/>
          </ac:spMkLst>
        </pc:spChg>
        <pc:spChg chg="add del">
          <ac:chgData name="David Machado Amaral" userId="S::2015907@aluno.univesp.br::189adbc0-d254-4a60-977e-2a1f2e78ab00" providerId="AD" clId="Web-{AC9FA3DA-9097-30CB-9AF4-8648337DFC5A}" dt="2021-11-27T18:37:17.631" v="10"/>
          <ac:spMkLst>
            <pc:docMk/>
            <pc:sldMk cId="1305912505" sldId="257"/>
            <ac:spMk id="10" creationId="{8302FC3C-9804-4950-B721-5FD704BA6065}"/>
          </ac:spMkLst>
        </pc:spChg>
        <pc:spChg chg="add del">
          <ac:chgData name="David Machado Amaral" userId="S::2015907@aluno.univesp.br::189adbc0-d254-4a60-977e-2a1f2e78ab00" providerId="AD" clId="Web-{AC9FA3DA-9097-30CB-9AF4-8648337DFC5A}" dt="2021-11-27T18:37:17.631" v="10"/>
          <ac:spMkLst>
            <pc:docMk/>
            <pc:sldMk cId="1305912505" sldId="257"/>
            <ac:spMk id="16" creationId="{F3798573-F27B-47EB-8EA4-7EE34954C2D6}"/>
          </ac:spMkLst>
        </pc:spChg>
        <pc:picChg chg="add del">
          <ac:chgData name="David Machado Amaral" userId="S::2015907@aluno.univesp.br::189adbc0-d254-4a60-977e-2a1f2e78ab00" providerId="AD" clId="Web-{AC9FA3DA-9097-30CB-9AF4-8648337DFC5A}" dt="2021-11-27T18:37:17.631" v="10"/>
          <ac:picMkLst>
            <pc:docMk/>
            <pc:sldMk cId="1305912505" sldId="257"/>
            <ac:picMk id="14" creationId="{3BC6EBB2-9BDC-4075-BA6B-43A9FBF9C86C}"/>
          </ac:picMkLst>
        </pc:picChg>
        <pc:cxnChg chg="add del">
          <ac:chgData name="David Machado Amaral" userId="S::2015907@aluno.univesp.br::189adbc0-d254-4a60-977e-2a1f2e78ab00" providerId="AD" clId="Web-{AC9FA3DA-9097-30CB-9AF4-8648337DFC5A}" dt="2021-11-27T18:37:17.631" v="10"/>
          <ac:cxnSpMkLst>
            <pc:docMk/>
            <pc:sldMk cId="1305912505" sldId="257"/>
            <ac:cxnSpMk id="12" creationId="{6B9695BD-ECF6-49CA-8877-8C493193C65D}"/>
          </ac:cxnSpMkLst>
        </pc:cxnChg>
      </pc:sldChg>
      <pc:sldChg chg="addSp modSp mod setBg modClrScheme setClrOvrMap chgLayout">
        <pc:chgData name="David Machado Amaral" userId="S::2015907@aluno.univesp.br::189adbc0-d254-4a60-977e-2a1f2e78ab00" providerId="AD" clId="Web-{AC9FA3DA-9097-30CB-9AF4-8648337DFC5A}" dt="2021-11-27T18:42:15.339" v="71" actId="14100"/>
        <pc:sldMkLst>
          <pc:docMk/>
          <pc:sldMk cId="1469777599" sldId="258"/>
        </pc:sldMkLst>
        <pc:spChg chg="mod ord">
          <ac:chgData name="David Machado Amaral" userId="S::2015907@aluno.univesp.br::189adbc0-d254-4a60-977e-2a1f2e78ab00" providerId="AD" clId="Web-{AC9FA3DA-9097-30CB-9AF4-8648337DFC5A}" dt="2021-11-27T18:37:33.195" v="12"/>
          <ac:spMkLst>
            <pc:docMk/>
            <pc:sldMk cId="1469777599" sldId="258"/>
            <ac:spMk id="2" creationId="{2CE85C01-63A7-43B0-8B96-30A44F033A02}"/>
          </ac:spMkLst>
        </pc:spChg>
        <pc:spChg chg="mod ord">
          <ac:chgData name="David Machado Amaral" userId="S::2015907@aluno.univesp.br::189adbc0-d254-4a60-977e-2a1f2e78ab00" providerId="AD" clId="Web-{AC9FA3DA-9097-30CB-9AF4-8648337DFC5A}" dt="2021-11-27T18:41:52.665" v="69" actId="20577"/>
          <ac:spMkLst>
            <pc:docMk/>
            <pc:sldMk cId="1469777599" sldId="258"/>
            <ac:spMk id="3" creationId="{312BFCFA-D58C-438B-ABB8-0F31D43906B9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33.195" v="12"/>
          <ac:spMkLst>
            <pc:docMk/>
            <pc:sldMk cId="1469777599" sldId="258"/>
            <ac:spMk id="9" creationId="{EE4E366E-272A-409E-840F-9A6A64A9E3FF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33.195" v="12"/>
          <ac:spMkLst>
            <pc:docMk/>
            <pc:sldMk cId="1469777599" sldId="258"/>
            <ac:spMk id="11" creationId="{A721560C-E4AB-4287-A29C-3F6916794CB9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33.195" v="12"/>
          <ac:spMkLst>
            <pc:docMk/>
            <pc:sldMk cId="1469777599" sldId="258"/>
            <ac:spMk id="13" creationId="{DF6CFF07-D953-4F9C-9A0E-E0A6AACB6158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37:33.195" v="12"/>
          <ac:spMkLst>
            <pc:docMk/>
            <pc:sldMk cId="1469777599" sldId="258"/>
            <ac:spMk id="15" creationId="{DAA4FEEE-0B5F-41BF-825D-60F9FB089568}"/>
          </ac:spMkLst>
        </pc:spChg>
        <pc:picChg chg="mod">
          <ac:chgData name="David Machado Amaral" userId="S::2015907@aluno.univesp.br::189adbc0-d254-4a60-977e-2a1f2e78ab00" providerId="AD" clId="Web-{AC9FA3DA-9097-30CB-9AF4-8648337DFC5A}" dt="2021-11-27T18:42:15.339" v="71" actId="14100"/>
          <ac:picMkLst>
            <pc:docMk/>
            <pc:sldMk cId="1469777599" sldId="258"/>
            <ac:picMk id="4" creationId="{A7DDA72A-4FCE-422F-9910-2E37517C95F4}"/>
          </ac:picMkLst>
        </pc:picChg>
      </pc:sldChg>
      <pc:sldChg chg="addSp delSp modSp mod setBg modClrScheme setClrOvrMap chgLayout">
        <pc:chgData name="David Machado Amaral" userId="S::2015907@aluno.univesp.br::189adbc0-d254-4a60-977e-2a1f2e78ab00" providerId="AD" clId="Web-{AC9FA3DA-9097-30CB-9AF4-8648337DFC5A}" dt="2021-11-27T19:03:56.497" v="138" actId="20577"/>
        <pc:sldMkLst>
          <pc:docMk/>
          <pc:sldMk cId="777838138" sldId="259"/>
        </pc:sldMkLst>
        <pc:spChg chg="mod ord">
          <ac:chgData name="David Machado Amaral" userId="S::2015907@aluno.univesp.br::189adbc0-d254-4a60-977e-2a1f2e78ab00" providerId="AD" clId="Web-{AC9FA3DA-9097-30CB-9AF4-8648337DFC5A}" dt="2021-11-27T18:42:29.589" v="72"/>
          <ac:spMkLst>
            <pc:docMk/>
            <pc:sldMk cId="777838138" sldId="259"/>
            <ac:spMk id="2" creationId="{2CE85C01-63A7-43B0-8B96-30A44F033A02}"/>
          </ac:spMkLst>
        </pc:spChg>
        <pc:spChg chg="mod ord">
          <ac:chgData name="David Machado Amaral" userId="S::2015907@aluno.univesp.br::189adbc0-d254-4a60-977e-2a1f2e78ab00" providerId="AD" clId="Web-{AC9FA3DA-9097-30CB-9AF4-8648337DFC5A}" dt="2021-11-27T19:03:56.497" v="138" actId="20577"/>
          <ac:spMkLst>
            <pc:docMk/>
            <pc:sldMk cId="777838138" sldId="259"/>
            <ac:spMk id="3" creationId="{312BFCFA-D58C-438B-ABB8-0F31D43906B9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42:29.589" v="72"/>
          <ac:spMkLst>
            <pc:docMk/>
            <pc:sldMk cId="777838138" sldId="259"/>
            <ac:spMk id="10" creationId="{EE4E366E-272A-409E-840F-9A6A64A9E3FF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42:29.589" v="72"/>
          <ac:spMkLst>
            <pc:docMk/>
            <pc:sldMk cId="777838138" sldId="259"/>
            <ac:spMk id="12" creationId="{A721560C-E4AB-4287-A29C-3F6916794CB9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42:29.589" v="72"/>
          <ac:spMkLst>
            <pc:docMk/>
            <pc:sldMk cId="777838138" sldId="259"/>
            <ac:spMk id="14" creationId="{DF6CFF07-D953-4F9C-9A0E-E0A6AACB6158}"/>
          </ac:spMkLst>
        </pc:spChg>
        <pc:spChg chg="add">
          <ac:chgData name="David Machado Amaral" userId="S::2015907@aluno.univesp.br::189adbc0-d254-4a60-977e-2a1f2e78ab00" providerId="AD" clId="Web-{AC9FA3DA-9097-30CB-9AF4-8648337DFC5A}" dt="2021-11-27T18:42:29.589" v="72"/>
          <ac:spMkLst>
            <pc:docMk/>
            <pc:sldMk cId="777838138" sldId="259"/>
            <ac:spMk id="16" creationId="{DAA4FEEE-0B5F-41BF-825D-60F9FB089568}"/>
          </ac:spMkLst>
        </pc:spChg>
        <pc:picChg chg="add del mod">
          <ac:chgData name="David Machado Amaral" userId="S::2015907@aluno.univesp.br::189adbc0-d254-4a60-977e-2a1f2e78ab00" providerId="AD" clId="Web-{AC9FA3DA-9097-30CB-9AF4-8648337DFC5A}" dt="2021-11-27T18:44:10.771" v="108"/>
          <ac:picMkLst>
            <pc:docMk/>
            <pc:sldMk cId="777838138" sldId="259"/>
            <ac:picMk id="4" creationId="{A8B7963C-D8EB-4279-8BB1-0C77D3E83753}"/>
          </ac:picMkLst>
        </pc:picChg>
        <pc:picChg chg="mod">
          <ac:chgData name="David Machado Amaral" userId="S::2015907@aluno.univesp.br::189adbc0-d254-4a60-977e-2a1f2e78ab00" providerId="AD" clId="Web-{AC9FA3DA-9097-30CB-9AF4-8648337DFC5A}" dt="2021-11-27T18:42:29.589" v="72"/>
          <ac:picMkLst>
            <pc:docMk/>
            <pc:sldMk cId="777838138" sldId="259"/>
            <ac:picMk id="5" creationId="{F60DA3AE-8A75-4B0B-85B3-101E2C3C59EE}"/>
          </ac:picMkLst>
        </pc:picChg>
        <pc:picChg chg="add">
          <ac:chgData name="David Machado Amaral" userId="S::2015907@aluno.univesp.br::189adbc0-d254-4a60-977e-2a1f2e78ab00" providerId="AD" clId="Web-{AC9FA3DA-9097-30CB-9AF4-8648337DFC5A}" dt="2021-11-27T18:44:26.865" v="135"/>
          <ac:picMkLst>
            <pc:docMk/>
            <pc:sldMk cId="777838138" sldId="259"/>
            <ac:picMk id="6" creationId="{9DF02D16-80CC-4008-94CB-3509601026FD}"/>
          </ac:picMkLst>
        </pc:picChg>
      </pc:sldChg>
      <pc:sldChg chg="modSp mod modClrScheme chgLayout">
        <pc:chgData name="David Machado Amaral" userId="S::2015907@aluno.univesp.br::189adbc0-d254-4a60-977e-2a1f2e78ab00" providerId="AD" clId="Web-{AC9FA3DA-9097-30CB-9AF4-8648337DFC5A}" dt="2021-11-27T18:36:47.911" v="7"/>
        <pc:sldMkLst>
          <pc:docMk/>
          <pc:sldMk cId="3471745534" sldId="260"/>
        </pc:sldMkLst>
        <pc:spChg chg="mod ord">
          <ac:chgData name="David Machado Amaral" userId="S::2015907@aluno.univesp.br::189adbc0-d254-4a60-977e-2a1f2e78ab00" providerId="AD" clId="Web-{AC9FA3DA-9097-30CB-9AF4-8648337DFC5A}" dt="2021-11-27T18:36:47.911" v="7"/>
          <ac:spMkLst>
            <pc:docMk/>
            <pc:sldMk cId="3471745534" sldId="260"/>
            <ac:spMk id="2" creationId="{2CE85C01-63A7-43B0-8B96-30A44F033A02}"/>
          </ac:spMkLst>
        </pc:spChg>
        <pc:spChg chg="mod ord">
          <ac:chgData name="David Machado Amaral" userId="S::2015907@aluno.univesp.br::189adbc0-d254-4a60-977e-2a1f2e78ab00" providerId="AD" clId="Web-{AC9FA3DA-9097-30CB-9AF4-8648337DFC5A}" dt="2021-11-27T18:36:47.911" v="7"/>
          <ac:spMkLst>
            <pc:docMk/>
            <pc:sldMk cId="3471745534" sldId="260"/>
            <ac:spMk id="3" creationId="{312BFCFA-D58C-438B-ABB8-0F31D43906B9}"/>
          </ac:spMkLst>
        </pc:spChg>
      </pc:sldChg>
      <pc:sldMasterChg chg="del delSldLayout">
        <pc:chgData name="David Machado Amaral" userId="S::2015907@aluno.univesp.br::189adbc0-d254-4a60-977e-2a1f2e78ab00" providerId="AD" clId="Web-{AC9FA3DA-9097-30CB-9AF4-8648337DFC5A}" dt="2021-11-27T18:36:47.911" v="7"/>
        <pc:sldMasterMkLst>
          <pc:docMk/>
          <pc:sldMasterMk cId="0" sldId="2147483648"/>
        </pc:sldMasterMkLst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61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63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64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65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66"/>
          </pc:sldLayoutMkLst>
        </pc:sldLayoutChg>
        <pc:sldLayoutChg chg="del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0" sldId="2147483648"/>
            <pc:sldLayoutMk cId="0" sldId="2147483667"/>
          </pc:sldLayoutMkLst>
        </pc:sldLayoutChg>
      </pc:sldMasterChg>
      <pc:sldMasterChg chg="add addSldLayout modSldLayout">
        <pc:chgData name="David Machado Amaral" userId="S::2015907@aluno.univesp.br::189adbc0-d254-4a60-977e-2a1f2e78ab00" providerId="AD" clId="Web-{AC9FA3DA-9097-30CB-9AF4-8648337DFC5A}" dt="2021-11-27T18:36:47.911" v="7"/>
        <pc:sldMasterMkLst>
          <pc:docMk/>
          <pc:sldMasterMk cId="406430922" sldId="2147483668"/>
        </pc:sldMasterMkLst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230045596" sldId="2147483669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1214778584" sldId="2147483670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930617796" sldId="2147483671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4101144373" sldId="2147483672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149643832" sldId="2147483673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3575905761" sldId="2147483674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795005723" sldId="2147483675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2312833543" sldId="2147483676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1969820520" sldId="2147483677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2348047144" sldId="2147483678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570586492" sldId="2147483679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882744860" sldId="2147483680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3637532665" sldId="2147483681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3956848341" sldId="2147483682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498600993" sldId="2147483683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2348481047" sldId="2147483684"/>
          </pc:sldLayoutMkLst>
        </pc:sldLayoutChg>
        <pc:sldLayoutChg chg="add mod replId">
          <pc:chgData name="David Machado Amaral" userId="S::2015907@aluno.univesp.br::189adbc0-d254-4a60-977e-2a1f2e78ab00" providerId="AD" clId="Web-{AC9FA3DA-9097-30CB-9AF4-8648337DFC5A}" dt="2021-11-27T18:36:47.911" v="7"/>
          <pc:sldLayoutMkLst>
            <pc:docMk/>
            <pc:sldMasterMk cId="406430922" sldId="2147483668"/>
            <pc:sldLayoutMk cId="3740658291" sldId="2147483685"/>
          </pc:sldLayoutMkLst>
        </pc:sldLayoutChg>
      </pc:sldMasterChg>
    </pc:docChg>
  </pc:docChgLst>
  <pc:docChgLst>
    <pc:chgData name="David Machado Amaral" userId="S::2015907@aluno.univesp.br::189adbc0-d254-4a60-977e-2a1f2e78ab00" providerId="AD" clId="Web-{CD6FBB2B-F6F4-B417-EF2A-4FD4CA2CB042}"/>
    <pc:docChg chg="modSld">
      <pc:chgData name="David Machado Amaral" userId="S::2015907@aluno.univesp.br::189adbc0-d254-4a60-977e-2a1f2e78ab00" providerId="AD" clId="Web-{CD6FBB2B-F6F4-B417-EF2A-4FD4CA2CB042}" dt="2021-11-28T01:49:54.471" v="6" actId="20577"/>
      <pc:docMkLst>
        <pc:docMk/>
      </pc:docMkLst>
      <pc:sldChg chg="modTransition">
        <pc:chgData name="David Machado Amaral" userId="S::2015907@aluno.univesp.br::189adbc0-d254-4a60-977e-2a1f2e78ab00" providerId="AD" clId="Web-{CD6FBB2B-F6F4-B417-EF2A-4FD4CA2CB042}" dt="2021-11-28T01:35:10.528" v="1"/>
        <pc:sldMkLst>
          <pc:docMk/>
          <pc:sldMk cId="2979223466" sldId="256"/>
        </pc:sldMkLst>
      </pc:sldChg>
      <pc:sldChg chg="modSp">
        <pc:chgData name="David Machado Amaral" userId="S::2015907@aluno.univesp.br::189adbc0-d254-4a60-977e-2a1f2e78ab00" providerId="AD" clId="Web-{CD6FBB2B-F6F4-B417-EF2A-4FD4CA2CB042}" dt="2021-11-28T01:36:15.249" v="2"/>
        <pc:sldMkLst>
          <pc:docMk/>
          <pc:sldMk cId="1469777599" sldId="258"/>
        </pc:sldMkLst>
        <pc:picChg chg="mod">
          <ac:chgData name="David Machado Amaral" userId="S::2015907@aluno.univesp.br::189adbc0-d254-4a60-977e-2a1f2e78ab00" providerId="AD" clId="Web-{CD6FBB2B-F6F4-B417-EF2A-4FD4CA2CB042}" dt="2021-11-28T01:36:15.249" v="2"/>
          <ac:picMkLst>
            <pc:docMk/>
            <pc:sldMk cId="1469777599" sldId="258"/>
            <ac:picMk id="4" creationId="{A7DDA72A-4FCE-422F-9910-2E37517C95F4}"/>
          </ac:picMkLst>
        </pc:picChg>
      </pc:sldChg>
      <pc:sldChg chg="modSp">
        <pc:chgData name="David Machado Amaral" userId="S::2015907@aluno.univesp.br::189adbc0-d254-4a60-977e-2a1f2e78ab00" providerId="AD" clId="Web-{CD6FBB2B-F6F4-B417-EF2A-4FD4CA2CB042}" dt="2021-11-28T01:49:54.471" v="6" actId="20577"/>
        <pc:sldMkLst>
          <pc:docMk/>
          <pc:sldMk cId="777838138" sldId="259"/>
        </pc:sldMkLst>
        <pc:spChg chg="mod">
          <ac:chgData name="David Machado Amaral" userId="S::2015907@aluno.univesp.br::189adbc0-d254-4a60-977e-2a1f2e78ab00" providerId="AD" clId="Web-{CD6FBB2B-F6F4-B417-EF2A-4FD4CA2CB042}" dt="2021-11-28T01:49:54.471" v="6" actId="20577"/>
          <ac:spMkLst>
            <pc:docMk/>
            <pc:sldMk cId="777838138" sldId="259"/>
            <ac:spMk id="3" creationId="{312BFCFA-D58C-438B-ABB8-0F31D43906B9}"/>
          </ac:spMkLst>
        </pc:spChg>
      </pc:sldChg>
    </pc:docChg>
  </pc:docChgLst>
  <pc:docChgLst>
    <pc:chgData name="David Machado Amaral" userId="S::2015907@aluno.univesp.br::189adbc0-d254-4a60-977e-2a1f2e78ab00" providerId="AD" clId="Web-{66BE2B29-8726-35D0-471A-FF5635B4518D}"/>
    <pc:docChg chg="addSld modSld sldOrd">
      <pc:chgData name="David Machado Amaral" userId="S::2015907@aluno.univesp.br::189adbc0-d254-4a60-977e-2a1f2e78ab00" providerId="AD" clId="Web-{66BE2B29-8726-35D0-471A-FF5635B4518D}" dt="2021-11-28T01:12:18.119" v="74" actId="20577"/>
      <pc:docMkLst>
        <pc:docMk/>
      </pc:docMkLst>
      <pc:sldChg chg="modSp">
        <pc:chgData name="David Machado Amaral" userId="S::2015907@aluno.univesp.br::189adbc0-d254-4a60-977e-2a1f2e78ab00" providerId="AD" clId="Web-{66BE2B29-8726-35D0-471A-FF5635B4518D}" dt="2021-11-27T23:17:12.475" v="42" actId="20577"/>
        <pc:sldMkLst>
          <pc:docMk/>
          <pc:sldMk cId="1305912505" sldId="257"/>
        </pc:sldMkLst>
        <pc:spChg chg="mod">
          <ac:chgData name="David Machado Amaral" userId="S::2015907@aluno.univesp.br::189adbc0-d254-4a60-977e-2a1f2e78ab00" providerId="AD" clId="Web-{66BE2B29-8726-35D0-471A-FF5635B4518D}" dt="2021-11-27T23:17:12.475" v="42" actId="20577"/>
          <ac:spMkLst>
            <pc:docMk/>
            <pc:sldMk cId="1305912505" sldId="257"/>
            <ac:spMk id="3" creationId="{B224FD04-C040-4794-9900-1F2AF77D1ED1}"/>
          </ac:spMkLst>
        </pc:spChg>
      </pc:sldChg>
      <pc:sldChg chg="addSp delSp modSp">
        <pc:chgData name="David Machado Amaral" userId="S::2015907@aluno.univesp.br::189adbc0-d254-4a60-977e-2a1f2e78ab00" providerId="AD" clId="Web-{66BE2B29-8726-35D0-471A-FF5635B4518D}" dt="2021-11-27T23:23:10.374" v="64"/>
        <pc:sldMkLst>
          <pc:docMk/>
          <pc:sldMk cId="1469777599" sldId="258"/>
        </pc:sldMkLst>
        <pc:picChg chg="add del mod">
          <ac:chgData name="David Machado Amaral" userId="S::2015907@aluno.univesp.br::189adbc0-d254-4a60-977e-2a1f2e78ab00" providerId="AD" clId="Web-{66BE2B29-8726-35D0-471A-FF5635B4518D}" dt="2021-11-27T23:23:10.374" v="64"/>
          <ac:picMkLst>
            <pc:docMk/>
            <pc:sldMk cId="1469777599" sldId="258"/>
            <ac:picMk id="5" creationId="{FE8A36A8-7191-4313-97CD-7CC9E1853E9D}"/>
          </ac:picMkLst>
        </pc:picChg>
      </pc:sldChg>
      <pc:sldChg chg="addSp delSp modSp">
        <pc:chgData name="David Machado Amaral" userId="S::2015907@aluno.univesp.br::189adbc0-d254-4a60-977e-2a1f2e78ab00" providerId="AD" clId="Web-{66BE2B29-8726-35D0-471A-FF5635B4518D}" dt="2021-11-27T23:23:08.452" v="63" actId="1076"/>
        <pc:sldMkLst>
          <pc:docMk/>
          <pc:sldMk cId="777838138" sldId="259"/>
        </pc:sldMkLst>
        <pc:picChg chg="add del mod">
          <ac:chgData name="David Machado Amaral" userId="S::2015907@aluno.univesp.br::189adbc0-d254-4a60-977e-2a1f2e78ab00" providerId="AD" clId="Web-{66BE2B29-8726-35D0-471A-FF5635B4518D}" dt="2021-11-27T23:22:56.936" v="58"/>
          <ac:picMkLst>
            <pc:docMk/>
            <pc:sldMk cId="777838138" sldId="259"/>
            <ac:picMk id="4" creationId="{0AEF5C77-D78B-4C51-A5AE-00883BE06492}"/>
          </ac:picMkLst>
        </pc:picChg>
        <pc:picChg chg="del mod">
          <ac:chgData name="David Machado Amaral" userId="S::2015907@aluno.univesp.br::189adbc0-d254-4a60-977e-2a1f2e78ab00" providerId="AD" clId="Web-{66BE2B29-8726-35D0-471A-FF5635B4518D}" dt="2021-11-27T23:22:40.405" v="52"/>
          <ac:picMkLst>
            <pc:docMk/>
            <pc:sldMk cId="777838138" sldId="259"/>
            <ac:picMk id="5" creationId="{F60DA3AE-8A75-4B0B-85B3-101E2C3C59EE}"/>
          </ac:picMkLst>
        </pc:picChg>
        <pc:picChg chg="del">
          <ac:chgData name="David Machado Amaral" userId="S::2015907@aluno.univesp.br::189adbc0-d254-4a60-977e-2a1f2e78ab00" providerId="AD" clId="Web-{66BE2B29-8726-35D0-471A-FF5635B4518D}" dt="2021-11-27T23:22:35.498" v="50"/>
          <ac:picMkLst>
            <pc:docMk/>
            <pc:sldMk cId="777838138" sldId="259"/>
            <ac:picMk id="6" creationId="{9DF02D16-80CC-4008-94CB-3509601026FD}"/>
          </ac:picMkLst>
        </pc:picChg>
        <pc:picChg chg="add del mod">
          <ac:chgData name="David Machado Amaral" userId="S::2015907@aluno.univesp.br::189adbc0-d254-4a60-977e-2a1f2e78ab00" providerId="AD" clId="Web-{66BE2B29-8726-35D0-471A-FF5635B4518D}" dt="2021-11-27T23:22:59.749" v="60"/>
          <ac:picMkLst>
            <pc:docMk/>
            <pc:sldMk cId="777838138" sldId="259"/>
            <ac:picMk id="7" creationId="{DA240869-6343-4636-962C-8F92B1FA094E}"/>
          </ac:picMkLst>
        </pc:picChg>
        <pc:picChg chg="add mod">
          <ac:chgData name="David Machado Amaral" userId="S::2015907@aluno.univesp.br::189adbc0-d254-4a60-977e-2a1f2e78ab00" providerId="AD" clId="Web-{66BE2B29-8726-35D0-471A-FF5635B4518D}" dt="2021-11-27T23:23:08.452" v="63" actId="1076"/>
          <ac:picMkLst>
            <pc:docMk/>
            <pc:sldMk cId="777838138" sldId="259"/>
            <ac:picMk id="8" creationId="{5A5872B3-0775-4D28-9061-C4481D356B15}"/>
          </ac:picMkLst>
        </pc:picChg>
      </pc:sldChg>
      <pc:sldChg chg="addSp delSp modSp mod setBg setClrOvrMap">
        <pc:chgData name="David Machado Amaral" userId="S::2015907@aluno.univesp.br::189adbc0-d254-4a60-977e-2a1f2e78ab00" providerId="AD" clId="Web-{66BE2B29-8726-35D0-471A-FF5635B4518D}" dt="2021-11-27T23:23:44.156" v="66" actId="1076"/>
        <pc:sldMkLst>
          <pc:docMk/>
          <pc:sldMk cId="3471745534" sldId="260"/>
        </pc:sldMkLst>
        <pc:spChg chg="mod">
          <ac:chgData name="David Machado Amaral" userId="S::2015907@aluno.univesp.br::189adbc0-d254-4a60-977e-2a1f2e78ab00" providerId="AD" clId="Web-{66BE2B29-8726-35D0-471A-FF5635B4518D}" dt="2021-11-27T23:17:33.194" v="43"/>
          <ac:spMkLst>
            <pc:docMk/>
            <pc:sldMk cId="3471745534" sldId="260"/>
            <ac:spMk id="2" creationId="{2CE85C01-63A7-43B0-8B96-30A44F033A02}"/>
          </ac:spMkLst>
        </pc:spChg>
        <pc:spChg chg="del">
          <ac:chgData name="David Machado Amaral" userId="S::2015907@aluno.univesp.br::189adbc0-d254-4a60-977e-2a1f2e78ab00" providerId="AD" clId="Web-{66BE2B29-8726-35D0-471A-FF5635B4518D}" dt="2021-11-27T23:10:49.634" v="6"/>
          <ac:spMkLst>
            <pc:docMk/>
            <pc:sldMk cId="3471745534" sldId="260"/>
            <ac:spMk id="3" creationId="{312BFCFA-D58C-438B-ABB8-0F31D43906B9}"/>
          </ac:spMkLst>
        </pc:spChg>
        <pc:spChg chg="del mod">
          <ac:chgData name="David Machado Amaral" userId="S::2015907@aluno.univesp.br::189adbc0-d254-4a60-977e-2a1f2e78ab00" providerId="AD" clId="Web-{66BE2B29-8726-35D0-471A-FF5635B4518D}" dt="2021-11-27T23:23:40.593" v="65"/>
          <ac:spMkLst>
            <pc:docMk/>
            <pc:sldMk cId="3471745534" sldId="260"/>
            <ac:spMk id="6" creationId="{8629AC14-D844-411B-9E58-6023C63A3E94}"/>
          </ac:spMkLst>
        </pc:spChg>
        <pc:spChg chg="add del mod">
          <ac:chgData name="David Machado Amaral" userId="S::2015907@aluno.univesp.br::189adbc0-d254-4a60-977e-2a1f2e78ab00" providerId="AD" clId="Web-{66BE2B29-8726-35D0-471A-FF5635B4518D}" dt="2021-11-27T23:10:55.384" v="7"/>
          <ac:spMkLst>
            <pc:docMk/>
            <pc:sldMk cId="3471745534" sldId="260"/>
            <ac:spMk id="7" creationId="{42272CEB-5750-44BF-AFAC-EC2535B29A8F}"/>
          </ac:spMkLst>
        </pc:spChg>
        <pc:spChg chg="add">
          <ac:chgData name="David Machado Amaral" userId="S::2015907@aluno.univesp.br::189adbc0-d254-4a60-977e-2a1f2e78ab00" providerId="AD" clId="Web-{66BE2B29-8726-35D0-471A-FF5635B4518D}" dt="2021-11-27T23:17:33.194" v="43"/>
          <ac:spMkLst>
            <pc:docMk/>
            <pc:sldMk cId="3471745534" sldId="260"/>
            <ac:spMk id="11" creationId="{9362849A-570D-49DB-954C-63F144E88A4A}"/>
          </ac:spMkLst>
        </pc:spChg>
        <pc:spChg chg="add">
          <ac:chgData name="David Machado Amaral" userId="S::2015907@aluno.univesp.br::189adbc0-d254-4a60-977e-2a1f2e78ab00" providerId="AD" clId="Web-{66BE2B29-8726-35D0-471A-FF5635B4518D}" dt="2021-11-27T23:17:33.194" v="43"/>
          <ac:spMkLst>
            <pc:docMk/>
            <pc:sldMk cId="3471745534" sldId="260"/>
            <ac:spMk id="13" creationId="{1CA42011-E478-428B-9D15-A98E338BF8C1}"/>
          </ac:spMkLst>
        </pc:spChg>
        <pc:spChg chg="add">
          <ac:chgData name="David Machado Amaral" userId="S::2015907@aluno.univesp.br::189adbc0-d254-4a60-977e-2a1f2e78ab00" providerId="AD" clId="Web-{66BE2B29-8726-35D0-471A-FF5635B4518D}" dt="2021-11-27T23:17:33.194" v="43"/>
          <ac:spMkLst>
            <pc:docMk/>
            <pc:sldMk cId="3471745534" sldId="260"/>
            <ac:spMk id="15" creationId="{9ED2773C-FE51-4632-BA46-036BDCDA6E5C}"/>
          </ac:spMkLst>
        </pc:spChg>
        <pc:spChg chg="add">
          <ac:chgData name="David Machado Amaral" userId="S::2015907@aluno.univesp.br::189adbc0-d254-4a60-977e-2a1f2e78ab00" providerId="AD" clId="Web-{66BE2B29-8726-35D0-471A-FF5635B4518D}" dt="2021-11-27T23:17:33.194" v="43"/>
          <ac:spMkLst>
            <pc:docMk/>
            <pc:sldMk cId="3471745534" sldId="260"/>
            <ac:spMk id="17" creationId="{E02F9158-C4C2-46A8-BE73-A4F77E139FB6}"/>
          </ac:spMkLst>
        </pc:spChg>
        <pc:picChg chg="mod">
          <ac:chgData name="David Machado Amaral" userId="S::2015907@aluno.univesp.br::189adbc0-d254-4a60-977e-2a1f2e78ab00" providerId="AD" clId="Web-{66BE2B29-8726-35D0-471A-FF5635B4518D}" dt="2021-11-27T23:23:44.156" v="66" actId="1076"/>
          <ac:picMkLst>
            <pc:docMk/>
            <pc:sldMk cId="3471745534" sldId="260"/>
            <ac:picMk id="4" creationId="{77D7DE61-8A28-4EE6-9FE3-CB0F2FA2D9ED}"/>
          </ac:picMkLst>
        </pc:picChg>
      </pc:sldChg>
      <pc:sldChg chg="addSp delSp modSp add ord replId">
        <pc:chgData name="David Machado Amaral" userId="S::2015907@aluno.univesp.br::189adbc0-d254-4a60-977e-2a1f2e78ab00" providerId="AD" clId="Web-{66BE2B29-8726-35D0-471A-FF5635B4518D}" dt="2021-11-28T01:12:18.119" v="74" actId="20577"/>
        <pc:sldMkLst>
          <pc:docMk/>
          <pc:sldMk cId="2093079803" sldId="261"/>
        </pc:sldMkLst>
        <pc:spChg chg="mod">
          <ac:chgData name="David Machado Amaral" userId="S::2015907@aluno.univesp.br::189adbc0-d254-4a60-977e-2a1f2e78ab00" providerId="AD" clId="Web-{66BE2B29-8726-35D0-471A-FF5635B4518D}" dt="2021-11-28T01:12:18.119" v="74" actId="20577"/>
          <ac:spMkLst>
            <pc:docMk/>
            <pc:sldMk cId="2093079803" sldId="261"/>
            <ac:spMk id="2" creationId="{00000000-0000-0000-0000-000000000000}"/>
          </ac:spMkLst>
        </pc:spChg>
        <pc:spChg chg="del mod">
          <ac:chgData name="David Machado Amaral" userId="S::2015907@aluno.univesp.br::189adbc0-d254-4a60-977e-2a1f2e78ab00" providerId="AD" clId="Web-{66BE2B29-8726-35D0-471A-FF5635B4518D}" dt="2021-11-28T01:12:06.682" v="70"/>
          <ac:spMkLst>
            <pc:docMk/>
            <pc:sldMk cId="2093079803" sldId="261"/>
            <ac:spMk id="3" creationId="{00000000-0000-0000-0000-000000000000}"/>
          </ac:spMkLst>
        </pc:spChg>
        <pc:spChg chg="add del mod">
          <ac:chgData name="David Machado Amaral" userId="S::2015907@aluno.univesp.br::189adbc0-d254-4a60-977e-2a1f2e78ab00" providerId="AD" clId="Web-{66BE2B29-8726-35D0-471A-FF5635B4518D}" dt="2021-11-28T01:12:10.557" v="71"/>
          <ac:spMkLst>
            <pc:docMk/>
            <pc:sldMk cId="2093079803" sldId="261"/>
            <ac:spMk id="5" creationId="{099EB12E-082A-4384-88B4-A3FF083A1B3D}"/>
          </ac:spMkLst>
        </pc:spChg>
      </pc:sldChg>
    </pc:docChg>
  </pc:docChgLst>
  <pc:docChgLst>
    <pc:chgData name="David Machado Amaral" userId="S::2015907@aluno.univesp.br::189adbc0-d254-4a60-977e-2a1f2e78ab00" providerId="AD" clId="Web-{23260A1B-C94A-F793-5FBB-484C0D080F82}"/>
    <pc:docChg chg="modSld">
      <pc:chgData name="David Machado Amaral" userId="S::2015907@aluno.univesp.br::189adbc0-d254-4a60-977e-2a1f2e78ab00" providerId="AD" clId="Web-{23260A1B-C94A-F793-5FBB-484C0D080F82}" dt="2021-11-25T23:27:36.538" v="2" actId="20577"/>
      <pc:docMkLst>
        <pc:docMk/>
      </pc:docMkLst>
      <pc:sldChg chg="modSp">
        <pc:chgData name="David Machado Amaral" userId="S::2015907@aluno.univesp.br::189adbc0-d254-4a60-977e-2a1f2e78ab00" providerId="AD" clId="Web-{23260A1B-C94A-F793-5FBB-484C0D080F82}" dt="2021-11-25T23:27:36.538" v="2" actId="20577"/>
        <pc:sldMkLst>
          <pc:docMk/>
          <pc:sldMk cId="1469777599" sldId="258"/>
        </pc:sldMkLst>
        <pc:spChg chg="mod">
          <ac:chgData name="David Machado Amaral" userId="S::2015907@aluno.univesp.br::189adbc0-d254-4a60-977e-2a1f2e78ab00" providerId="AD" clId="Web-{23260A1B-C94A-F793-5FBB-484C0D080F82}" dt="2021-11-25T23:27:36.538" v="2" actId="20577"/>
          <ac:spMkLst>
            <pc:docMk/>
            <pc:sldMk cId="1469777599" sldId="258"/>
            <ac:spMk id="3" creationId="{312BFCFA-D58C-438B-ABB8-0F31D43906B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7C6A9A7-3077-483E-AA41-E5B95BEC5C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2B56D86-78BE-4F41-BA36-9081BBF254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9F23D-114B-4324-A954-2331196DCB7C}" type="datetimeFigureOut">
              <a:rPr lang="pt-BR" smtClean="0"/>
              <a:t>27/11/2021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35EC8E-B52D-4DA3-9B81-BF42DCC795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637310-73BB-4892-8F08-1EEAB54950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318F9-32AC-4C41-AFB2-95D39ACE9BC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4867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BD9F6-0618-4918-808E-71F5DB6A41FC}" type="datetimeFigureOut">
              <a:rPr lang="pt-BR" noProof="0" smtClean="0"/>
              <a:t>27/11/2021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61237F-9425-4345-8208-5BF82594D0BB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432446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61237F-9425-4345-8208-5BF82594D0B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937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61237F-9425-4345-8208-5BF82594D0B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440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1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4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0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0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3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2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4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86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2744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32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48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00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81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5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09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54955" y="1266958"/>
            <a:ext cx="2904124" cy="4528457"/>
          </a:xfrm>
        </p:spPr>
        <p:txBody>
          <a:bodyPr rtlCol="0" anchor="ctr">
            <a:normAutofit/>
          </a:bodyPr>
          <a:lstStyle/>
          <a:p>
            <a:pPr algn="r"/>
            <a:r>
              <a:rPr lang="pt-BR" b="1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UNIVERSIDADE VIRTUAL DO ESTADO DE SÃO PAULO</a:t>
            </a:r>
          </a:p>
          <a:p>
            <a:pPr algn="r"/>
            <a:r>
              <a:rPr lang="pt-BR" b="1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UNIVESP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54295" y="1266958"/>
            <a:ext cx="6808362" cy="4528457"/>
          </a:xfrm>
        </p:spPr>
        <p:txBody>
          <a:bodyPr rtlCol="0" anchor="ctr">
            <a:normAutofit/>
          </a:bodyPr>
          <a:lstStyle/>
          <a:p>
            <a:r>
              <a:rPr lang="pt-BR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PROJETO INTEGRADOR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22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DD2AEF-BF1A-433F-86AD-41F276836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pt-BR" sz="2900" b="1">
                <a:solidFill>
                  <a:srgbClr val="FFFFFF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Desenvolvimento de Software para cálculo nutricional em </a:t>
            </a:r>
            <a:br>
              <a:rPr lang="pt-BR" sz="2900" b="1">
                <a:solidFill>
                  <a:srgbClr val="FFFFFF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</a:br>
            <a:r>
              <a:rPr lang="pt-BR" sz="2900" b="1">
                <a:solidFill>
                  <a:srgbClr val="FFFFFF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Hospital Público de São Paulo</a:t>
            </a:r>
            <a:endParaRPr lang="pt-BR" sz="2900">
              <a:solidFill>
                <a:srgbClr val="FFFFFF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  <a:ea typeface="+mj-lt"/>
              <a:cs typeface="+mj-lt"/>
            </a:endParaRPr>
          </a:p>
          <a:p>
            <a:pPr algn="r">
              <a:lnSpc>
                <a:spcPct val="90000"/>
              </a:lnSpc>
            </a:pPr>
            <a:endParaRPr lang="pt-BR" sz="2900">
              <a:solidFill>
                <a:srgbClr val="FFFFFF"/>
              </a:soli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24FD04-C040-4794-9900-1F2AF77D1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ADANILTON DA SILVA OLIVEIRA, RA 2003182</a:t>
            </a:r>
            <a:endParaRPr lang="pt-BR" b="1"/>
          </a:p>
          <a:p>
            <a:pPr marL="0" indent="0">
              <a:buClr>
                <a:srgbClr val="FFFFFF"/>
              </a:buClr>
              <a:buNone/>
            </a:pPr>
            <a:r>
              <a:rPr lang="pt-BR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BRUNO OLIVEIRA E SOUZA, RA 2011564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pt-BR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CAMILA FANELLI, RA 2006636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pt-BR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DAVID MACHADO AMARAL, RA 2015907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pt-BR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JOSÉ EDUARDO COLLE, RA 2000357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pt-BR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RICARDO SEUNG JAE LEE, RA 2008879</a:t>
            </a:r>
          </a:p>
          <a:p>
            <a:pPr marL="0" indent="0">
              <a:buClr>
                <a:srgbClr val="FFFFFF"/>
              </a:buClr>
              <a:buNone/>
            </a:pPr>
            <a:endParaRPr lang="pt-BR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pt-BR" sz="1600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Orientador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pt-BR" sz="1600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Jaqueline Lino</a:t>
            </a:r>
          </a:p>
          <a:p>
            <a:pPr>
              <a:buClr>
                <a:srgbClr val="FFFFFF"/>
              </a:buClr>
            </a:pPr>
            <a:endParaRPr lang="pt-BR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5912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85C01-63A7-43B0-8B96-30A44F03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pt-BR" sz="3900" cap="small">
                <a:solidFill>
                  <a:srgbClr val="EBEBEB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Problemática - HOSPITAL SÃO PAULO </a:t>
            </a:r>
            <a:endParaRPr lang="pt-BR" sz="3900">
              <a:solidFill>
                <a:srgbClr val="EBEBEB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BFCFA-D58C-438B-ABB8-0F31D439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4955592" cy="365868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pt-BR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j-lt"/>
                <a:cs typeface="+mj-lt"/>
              </a:rPr>
              <a:t>O Hospital São Paulo, por meio da nutricionista Cíntia Sulzbach, apresentou uma demanda em seu Serviço de Nutrição, e a proposta do grupo foi desenvolver uma página web capaz de agilizar os processos de elaboração e consulta das Fichas Técnicas de Preparação </a:t>
            </a:r>
            <a:endParaRPr lang="pt-BR"/>
          </a:p>
        </p:txBody>
      </p:sp>
      <p:pic>
        <p:nvPicPr>
          <p:cNvPr id="4" name="Imagem 4" descr="Tabela&#10;&#10;Descrição gerada automaticamente">
            <a:extLst>
              <a:ext uri="{FF2B5EF4-FFF2-40B4-BE49-F238E27FC236}">
                <a16:creationId xmlns:a16="http://schemas.microsoft.com/office/drawing/2014/main" id="{A7DDA72A-4FCE-422F-9910-2E37517C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382" y="2548232"/>
            <a:ext cx="6224065" cy="3662117"/>
          </a:xfrm>
          <a:prstGeom prst="rect">
            <a:avLst/>
          </a:prstGeom>
          <a:ln>
            <a:solidFill>
              <a:srgbClr val="4472C4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469777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85C01-63A7-43B0-8B96-30A44F03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pt-BR" cap="small">
                <a:solidFill>
                  <a:srgbClr val="EBEBEB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Solução - HOSPITAL SÃO PAULO </a:t>
            </a:r>
            <a:endParaRPr lang="pt-BR">
              <a:solidFill>
                <a:srgbClr val="EBEBEB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BFCFA-D58C-438B-ABB8-0F31D439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4788579" cy="36586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FFFF"/>
              </a:buClr>
            </a:pPr>
            <a:endParaRPr lang="pt-BR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pt-BR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j-lt"/>
                <a:cs typeface="+mj-lt"/>
              </a:rPr>
              <a:t>Desenvolvimento novas abas com cada alimento e suas composições onde pudessem manter os dados de forma fixa.</a:t>
            </a:r>
          </a:p>
          <a:p>
            <a:pPr>
              <a:buClr>
                <a:srgbClr val="FFFFFF"/>
              </a:buClr>
            </a:pPr>
            <a:endParaRPr lang="pt-BR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8" name="Imagem 5" descr="Interface gráfica do usuário, Aplicativo, Tabela&#10;&#10;Descrição gerada automaticamente">
            <a:extLst>
              <a:ext uri="{FF2B5EF4-FFF2-40B4-BE49-F238E27FC236}">
                <a16:creationId xmlns:a16="http://schemas.microsoft.com/office/drawing/2014/main" id="{5A5872B3-0775-4D28-9061-C4481D356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010" y="2734129"/>
            <a:ext cx="6709775" cy="366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3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85C01-63A7-43B0-8B96-30A44F03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0" kern="1200" cap="small">
                <a:solidFill>
                  <a:srgbClr val="EBEBEB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Solução Final - Web</a:t>
            </a: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Imagem 5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77D7DE61-8A28-4EE6-9FE3-CB0F2FA2D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61" y="1577464"/>
            <a:ext cx="8478750" cy="498778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7174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54295" y="1266958"/>
            <a:ext cx="6808362" cy="4528457"/>
          </a:xfrm>
        </p:spPr>
        <p:txBody>
          <a:bodyPr rtlCol="0" anchor="ctr">
            <a:normAutofit/>
          </a:bodyPr>
          <a:lstStyle/>
          <a:p>
            <a:r>
              <a:rPr lang="pt-BR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Obrigado!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079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TC103457485[[fn=Mesh]]</Template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Ion</vt:lpstr>
      <vt:lpstr>PROJETO INTEGRADOR</vt:lpstr>
      <vt:lpstr>Desenvolvimento de Software para cálculo nutricional em  Hospital Público de São Paulo </vt:lpstr>
      <vt:lpstr>Problemática - HOSPITAL SÃO PAULO </vt:lpstr>
      <vt:lpstr>Solução - HOSPITAL SÃO PAULO </vt:lpstr>
      <vt:lpstr>Solução Final - Web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1</cp:revision>
  <dcterms:created xsi:type="dcterms:W3CDTF">2021-11-25T01:30:13Z</dcterms:created>
  <dcterms:modified xsi:type="dcterms:W3CDTF">2021-11-28T01:50:04Z</dcterms:modified>
</cp:coreProperties>
</file>